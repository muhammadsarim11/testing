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9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9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13716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137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F5A"/>
                </a:solidFill>
              </a:rPr>
              <a:t>MS WORD COURSE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·  Insert  ·  Layout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0175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Instructor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364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Sir Sarim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8960" y="30175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Duration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3364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 Hour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52160" y="30175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Tasks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3364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 Tasks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📌  Complete ALL 5 tasks in a single Word document and save as:  YourName_Assignment1.docx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HOME TAB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</a:rPr>
              <a:t>Task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64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9E0B"/>
                </a:solidFill>
              </a:rPr>
              <a:t>⏱  1 Hour Total  |  Sir Sarim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 Formatting &amp; Paragraph Styles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563EB"/>
                </a:solidFill>
              </a:rPr>
              <a:t>🎯  Apply professional formatting using the Home tab's Font and Paragraph groups.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a new Word document and type a heading: 'My First Formatted Document'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Select the heading → set Font to Calibri, Size 24pt, Bold, and color it Dark Blue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Type 3 short paragraphs below the heading (at least 2 lines each)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Apply Heading 1 style to the title and Body Text style to the paragraphs from the Styles gallery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Use Format Painter to copy the paragraph formatting from paragraph 1 to paragraph 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</a:rPr>
              <a:t>💡 Tip:  Format Painter (Home → Clipboard group) → click once to copy, double-click to lock it for multiple pastes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HOME TAB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</a:rPr>
              <a:t>Task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64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9E0B"/>
                </a:solidFill>
              </a:rPr>
              <a:t>⏱  1 Hour Total  |  Sir Sarim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Lists, Alignment &amp; Line Spacing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563EB"/>
                </a:solidFill>
              </a:rPr>
              <a:t>🎯  Organize content using bullets, numbering, and alignment controls.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a Bulleted list of 5 programming languages (use the Bullet List button in Paragraph group)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Below it, create a Numbered list of 4 steps: 'How to Open Word Document'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Select all list items → change Line Spacing to 1.5 from the Line Spacing dropdown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Select the numbered list → change alignment to Justified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Indent the numbered list once using the Increase Indent button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</a:rPr>
              <a:t>💡 Tip:  Line Spacing shortcut: select text → Ctrl+1 (single), Ctrl+2 (double), Ctrl+5 (1.5 lines)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INSERT TAB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</a:rPr>
              <a:t>Task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64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9E0B"/>
                </a:solidFill>
              </a:rPr>
              <a:t>⏱  1 Hour Total  |  Sir Sarim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&amp; Headers / Footers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563EB"/>
                </a:solidFill>
              </a:rPr>
              <a:t>🎯  Insert and format a table, then add a professional header and footer.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 to Insert → Table → insert a 4×4 table with headers: Name, Course, Batch, Grade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Fill 3 rows with dummy student data and apply a Table Style from the Table Design tab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Insert a Header (Insert → Header → Blank) and type: ' 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name— 2026'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Insert a Footer (Insert → Footer → Blank) and add: 'Page: [Page Number]' and your name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Insert a Text Box (Insert → Text Box) anywhere on the page with a short class quote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</a:rPr>
              <a:t>💡 Tip:  To add auto page numbers in footer: Insert → Footer → Edit Footer → Insert → Page Number → Current Position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INSERT TAB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</a:rPr>
              <a:t>Task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64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9E0B"/>
                </a:solidFill>
              </a:rPr>
              <a:t>⏱  1 Hour Total  |  Sir Sarim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Shapes, WordArt &amp; Hyperlinks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563EB"/>
                </a:solidFill>
              </a:rPr>
              <a:t>🎯  Enhance the document visually using shapes and WordArt, and add a working hyperlink.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 to Insert → Shapes → draw a Rectangle and a Rounded Rectangle side by side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Right-click each shape → Add Text → write labels: 'Frontend' and 'Backend'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Insert WordArt (Insert → WordArt) and type your name — choose any gradient style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Select any word in your document → Insert → Hyperlink → link it to https://google.com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Test the hyperlink by Ctrl+Clicking it — confirm it opens in your browser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</a:rPr>
              <a:t>💡 Tip:  WordArt is in Insert → Text group. You can change the WordArt style later from Shape Format → WordArt Styles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LAYOUT TAB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</a:rPr>
              <a:t>Task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64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9E0B"/>
                </a:solidFill>
              </a:rPr>
              <a:t>⏱  1 Hour Total  |  Sir Sarim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Setup, Margins &amp; Columns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563EB"/>
                </a:solidFill>
              </a:rPr>
              <a:t>🎯  Configure the document layout professionally using the Layout tab.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 to Layout → Margins → set Custom Margins: Top &amp; Bottom 1", Left &amp; Right 1.2"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Change Page Orientation to Landscape (Layout → Orientation → Landscape)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Select the 3 paragraphs from Task 1 → Layout → Columns → Two — observe the column layout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 a Page Break (Layout → Breaks → Page) before the Shapes section from Task 4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Change paper size to A4 (Layout → Size → A4) and verify the document looks correct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</a:rPr>
              <a:t>💡 Tip:  Columns only apply to selected text if text is selected first; otherwise they apply to the whole section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Assignment Summary &amp; Submission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4688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Formatting &amp; Paragraph Styles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Lists, Alignment &amp; Line Spacing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&amp; Headers / Footers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Shapes, WordArt &amp; Hyperlinks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Setup, Margins &amp;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0332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📁  File Name: </a:t>
            </a:r>
            <a:r>
              <a:rPr lang="en-US" sz="1300" dirty="0">
                <a:solidFill>
                  <a:srgbClr val="FFFFFF"/>
                </a:solidFill>
              </a:rPr>
              <a:t>YourName_Assignment1.docx
</a:t>
            </a:r>
            <a:r>
              <a:rPr lang="en-US" sz="1300" b="1" dirty="0">
                <a:solidFill>
                  <a:srgbClr val="F59E0B"/>
                </a:solidFill>
              </a:rPr>
              <a:t>⏱  Total Time: </a:t>
            </a:r>
            <a:r>
              <a:rPr lang="en-US" sz="1300" dirty="0">
                <a:solidFill>
                  <a:srgbClr val="FFFFFF"/>
                </a:solidFill>
              </a:rPr>
              <a:t>1 Hour     </a:t>
            </a:r>
            <a:r>
              <a:rPr lang="en-US" sz="1300" b="1" dirty="0">
                <a:solidFill>
                  <a:srgbClr val="F59E0B"/>
                </a:solidFill>
              </a:rPr>
              <a:t>👨‍🏫  Instructor: </a:t>
            </a:r>
            <a:r>
              <a:rPr lang="en-US" sz="1300" dirty="0">
                <a:solidFill>
                  <a:srgbClr val="FFFFFF"/>
                </a:solidFill>
              </a:rPr>
              <a:t>Sir Sarim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PresentationFormat>On-screen Show (16:9)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Word Assignment</dc:title>
  <dc:subject>PptxGenJS Presentation</dc:subject>
  <dc:creator>Sir Sarim</dc:creator>
  <cp:lastModifiedBy>Muhammad Sarim</cp:lastModifiedBy>
  <cp:revision>2</cp:revision>
  <dcterms:created xsi:type="dcterms:W3CDTF">2026-06-17T09:30:41Z</dcterms:created>
  <dcterms:modified xsi:type="dcterms:W3CDTF">2026-06-17T09:35:50Z</dcterms:modified>
</cp:coreProperties>
</file>