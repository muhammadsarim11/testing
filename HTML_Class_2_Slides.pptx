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Class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Text Formatting</a:t>
            </a:r>
          </a:p>
          <a:p>
            <a:pPr/>
            <a:r>
              <a:t>Links</a:t>
            </a:r>
          </a:p>
          <a:p>
            <a:pPr/>
            <a:r>
              <a:t>Images</a:t>
            </a:r>
          </a:p>
          <a:p>
            <a:pPr/>
            <a:r>
              <a:t>Lists</a:t>
            </a:r>
          </a:p>
          <a:p>
            <a:pPr/>
            <a:r>
              <a:t>Practice Task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HTML is used to create webpages</a:t>
            </a:r>
          </a:p>
          <a:p>
            <a:pPr/>
            <a:r>
              <a:t>Boilerplate structure is required</a:t>
            </a:r>
          </a:p>
          <a:p>
            <a:pPr/>
            <a:r>
              <a:t>Headings: h1 to h6</a:t>
            </a:r>
          </a:p>
          <a:p>
            <a:pPr/>
            <a:r>
              <a:t>Paragraph: p tag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Formatting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&lt;b&gt; Bold text</a:t>
            </a:r>
          </a:p>
          <a:p>
            <a:pPr/>
            <a:r>
              <a:t>&lt;i&gt; Italic text</a:t>
            </a:r>
          </a:p>
          <a:p>
            <a:pPr/>
            <a:r>
              <a:t>&lt;u&gt; Underline text</a:t>
            </a:r>
          </a:p>
          <a:p>
            <a:pPr/>
            <a:r>
              <a:t>&lt;br&gt; Line break</a:t>
            </a:r>
          </a:p>
          <a:p>
            <a:pPr/>
            <a:r>
              <a:t>&lt;hr&gt; Horizontal 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Bold and Italic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&lt;b&gt;Hello&lt;/b&gt;</a:t>
            </a:r>
          </a:p>
          <a:p>
            <a:pPr/>
            <a:r>
              <a:t>&lt;i&gt;Hello&lt;/i&gt;</a:t>
            </a:r>
          </a:p>
          <a:p>
            <a:pPr/>
            <a:r>
              <a:t>&lt;u&gt;Hello&lt;/u&gt;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Links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&lt;a&gt; is used to create links</a:t>
            </a:r>
          </a:p>
          <a:p>
            <a:pPr/>
            <a:r>
              <a:t>href is used to add link</a:t>
            </a:r>
          </a:p>
          <a:p>
            <a:pPr/>
            <a:r>
              <a:t>Example: &lt;a href='https://google.com'&gt;Google&lt;/a&gt;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Link in New Tab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 target='_blank'</a:t>
            </a:r>
          </a:p>
          <a:p>
            <a:pPr/>
            <a:r>
              <a:t>Example:</a:t>
            </a:r>
          </a:p>
          <a:p>
            <a:pPr/>
            <a:r>
              <a:t>&lt;a href='https://google.com' target='_blank'&gt;Google&lt;/a&gt;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Images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&lt;img&gt; is used to show images</a:t>
            </a:r>
          </a:p>
          <a:p>
            <a:pPr/>
            <a:r>
              <a:t>src = image path</a:t>
            </a:r>
          </a:p>
          <a:p>
            <a:pPr/>
            <a:r>
              <a:t>alt = description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&lt;img src='image.jpg'&gt;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Ordered List = numbers</a:t>
            </a:r>
          </a:p>
          <a:p>
            <a:pPr/>
            <a:r>
              <a:t>Unordered List = bullets</a:t>
            </a:r>
          </a:p>
          <a:p>
            <a:pPr/>
            <a:r>
              <a:t>li = list item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Ordered List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&lt;ol&gt;</a:t>
            </a:r>
          </a:p>
          <a:p>
            <a:pPr/>
            <a:r>
              <a:t>&lt;li&gt;HTML&lt;/li&gt;</a:t>
            </a:r>
          </a:p>
          <a:p>
            <a:pPr/>
            <a:r>
              <a:t>&lt;li&gt;CSS&lt;/li&gt;</a:t>
            </a:r>
          </a:p>
          <a:p>
            <a:pPr/>
            <a:r>
              <a:t>&lt;/ol&gt;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Unordered List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&lt;ul&gt;</a:t>
            </a:r>
          </a:p>
          <a:p>
            <a:pPr/>
            <a:r>
              <a:t>&lt;li&gt;Apple&lt;/li&gt;</a:t>
            </a:r>
          </a:p>
          <a:p>
            <a:pPr/>
            <a:r>
              <a:t>&lt;li&gt;Mango&lt;/li&gt;</a:t>
            </a:r>
          </a:p>
          <a:p>
            <a:pPr/>
            <a:r>
              <a:t>&lt;/ul&gt;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Create webpage with:</a:t>
            </a:r>
          </a:p>
          <a:p>
            <a:pPr/>
            <a:r>
              <a:t>Heading</a:t>
            </a:r>
          </a:p>
          <a:p>
            <a:pPr/>
            <a:r>
              <a:t>Paragraph</a:t>
            </a:r>
          </a:p>
          <a:p>
            <a:pPr/>
            <a:r>
              <a:t>Image</a:t>
            </a:r>
          </a:p>
          <a:p>
            <a:pPr/>
            <a:r>
              <a:t>Link</a:t>
            </a:r>
          </a:p>
          <a:p>
            <a:pPr/>
            <a:r>
              <a:t>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